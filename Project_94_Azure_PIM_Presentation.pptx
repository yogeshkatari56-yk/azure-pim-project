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E4E"/>
                </a:solidFill>
                <a:latin typeface="Aptos Display"/>
              </a:rPr>
              <a:t>Project 94 — Azure PIM Just-In-Time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17A"/>
                </a:solidFill>
                <a:latin typeface="Aptos"/>
              </a:rPr>
              <a:t>Objective • Controlled temporary privileged access in Microsoft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27080" cy="1417320"/>
          </a:xfrm>
          <a:prstGeom prst="roundRect">
            <a:avLst/>
          </a:prstGeom>
          <a:solidFill>
            <a:srgbClr val="E8F3FC"/>
          </a:solidFill>
          <a:ln>
            <a:solidFill>
              <a:srgbClr val="CAD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8D4"/>
                </a:solidFill>
                <a:latin typeface="Aptos"/>
              </a:rPr>
              <a:t>OBJECTIVE</a:t>
            </a:r>
          </a:p>
          <a:p>
            <a:pPr algn="ctr"/>
            <a:r>
              <a:rPr sz="2000" b="1">
                <a:solidFill>
                  <a:srgbClr val="142E4E"/>
                </a:solidFill>
                <a:latin typeface="Aptos Display"/>
              </a:rPr>
              <a:t>Provide privileged Azure permissions only when they are needed, for a limited period, instead of keeping permanent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3429000" cy="2331720"/>
          </a:xfrm>
          <a:prstGeom prst="roundRect">
            <a:avLst/>
          </a:prstGeom>
          <a:solidFill>
            <a:srgbClr val="E8F3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954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E4E"/>
                </a:solidFill>
                <a:latin typeface="Aptos"/>
              </a:rPr>
              <a:t>Security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93592"/>
            <a:ext cx="29260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Reduce unnecessary permanent privileged access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Use Just-In-Time (JIT) activation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Automatically end temporary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063240"/>
            <a:ext cx="3429000" cy="2331720"/>
          </a:xfrm>
          <a:prstGeom prst="roundRect">
            <a:avLst/>
          </a:prstGeom>
          <a:solidFill>
            <a:srgbClr val="E8F3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320954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E4E"/>
                </a:solidFill>
                <a:latin typeface="Aptos"/>
              </a:rPr>
              <a:t>Azure services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593592"/>
            <a:ext cx="29260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Azure for Students subscription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Resource group: project94-rg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Microsoft Entra Privileged Identity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3063240"/>
            <a:ext cx="3429000" cy="2331720"/>
          </a:xfrm>
          <a:prstGeom prst="roundRect">
            <a:avLst/>
          </a:prstGeom>
          <a:solidFill>
            <a:srgbClr val="E8F3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320954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E4E"/>
                </a:solidFill>
                <a:latin typeface="Aptos"/>
              </a:rPr>
              <a:t>Expected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3593592"/>
            <a:ext cx="29260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User is Eligible, not permanently Active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User activates Contributor when required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Access expires after the configured duration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17A"/>
                </a:solidFill>
                <a:latin typeface="Aptos"/>
              </a:rPr>
              <a:t>Project 94 • Azure Privileged Identity Management (PIM)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7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E4E"/>
                </a:solidFill>
                <a:latin typeface="Aptos Display"/>
              </a:rPr>
              <a:t>Project Flow — From Eligibility to Expiration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17A"/>
                </a:solidFill>
                <a:latin typeface="Aptos"/>
              </a:rPr>
              <a:t>The key difference is the temporary Active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039111"/>
            <a:ext cx="530352" cy="5303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Azure 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Azure for Students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816352"/>
            <a:ext cx="320040" cy="0"/>
          </a:xfrm>
          <a:prstGeom prst="line">
            <a:avLst/>
          </a:prstGeom>
          <a:ln w="2540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172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62072" y="2039111"/>
            <a:ext cx="530352" cy="5303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Project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project94-rg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816352"/>
            <a:ext cx="320040" cy="0"/>
          </a:xfrm>
          <a:prstGeom prst="line">
            <a:avLst/>
          </a:prstGeom>
          <a:ln w="2540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196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82312" y="2039111"/>
            <a:ext cx="530352" cy="5303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PIM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Contributor • Eligible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2816352"/>
            <a:ext cx="320040" cy="0"/>
          </a:xfrm>
          <a:prstGeom prst="line">
            <a:avLst/>
          </a:prstGeom>
          <a:ln w="2540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02552" y="2039111"/>
            <a:ext cx="530352" cy="530352"/>
          </a:xfrm>
          <a:prstGeom prst="ellipse">
            <a:avLst/>
          </a:prstGeom>
          <a:solidFill>
            <a:srgbClr val="CD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Reason + limited duration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816352"/>
            <a:ext cx="320040" cy="0"/>
          </a:xfrm>
          <a:prstGeom prst="line">
            <a:avLst/>
          </a:prstGeom>
          <a:ln w="2540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9244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7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22792" y="2039111"/>
            <a:ext cx="530352" cy="53035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Temporary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Contributor • Active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92640" y="2816352"/>
            <a:ext cx="320040" cy="0"/>
          </a:xfrm>
          <a:prstGeom prst="line">
            <a:avLst/>
          </a:prstGeom>
          <a:ln w="2540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12680" y="1874519"/>
            <a:ext cx="1600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43032" y="2039111"/>
            <a:ext cx="530352" cy="530352"/>
          </a:xfrm>
          <a:prstGeom prst="ellipse">
            <a:avLst/>
          </a:prstGeom>
          <a:solidFill>
            <a:srgbClr val="CD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3032" y="2121407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2408" y="2697479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E4E"/>
                </a:solidFill>
                <a:latin typeface="Aptos"/>
              </a:rPr>
              <a:t>Expiration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136391"/>
            <a:ext cx="1380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9717A"/>
                </a:solidFill>
                <a:latin typeface="Aptos"/>
              </a:rPr>
              <a:t>Active access removed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343400"/>
            <a:ext cx="9966960" cy="1325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457200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142E4E"/>
                </a:solidFill>
                <a:latin typeface="Aptos Display"/>
              </a:rPr>
              <a:t>ELIGIBLE  →  ACTIVE  →  EXPIRED</a:t>
            </a:r>
          </a:p>
          <a:p>
            <a:pPr algn="ctr"/>
            <a:r>
              <a:rPr sz="1200">
                <a:solidFill>
                  <a:srgbClr val="69717A"/>
                </a:solidFill>
                <a:latin typeface="Aptos"/>
              </a:rPr>
              <a:t>This is the core Just-In-Time access behavior demonstrated by Project 94.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17A"/>
                </a:solidFill>
                <a:latin typeface="Aptos"/>
              </a:rPr>
              <a:t>Project 94 • Azure Privileged Identity Management (PIM)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E4E"/>
                </a:solidFill>
                <a:latin typeface="Aptos Display"/>
              </a:rPr>
              <a:t>Implementation Process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17A"/>
                </a:solidFill>
                <a:latin typeface="Aptos"/>
              </a:rPr>
              <a:t>A lightweight Azure configuration project; no application coding is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4904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4630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Create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801368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Create/confirm the Azure resource group project94-rg under the Azure for Students subscription.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62072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" y="3026664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3580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999232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Open PIM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7560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Microsoft Entra ID → Privileged Identity Management → Azure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" y="4562856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72000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35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Select project 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873752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Choose Azure for Students → project94-rg.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25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14904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499616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14630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Assign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801368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Add the Contributor role to the test user as Eligible rather than permanently Active.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62072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2512" y="3026664"/>
            <a:ext cx="438912" cy="43891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03580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999232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Activate when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337560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From My roles, activate Contributor, provide a reason, and choose a limited duration.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98264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82512" y="4562856"/>
            <a:ext cx="438912" cy="43891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535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E4E"/>
                </a:solidFill>
                <a:latin typeface="Aptos"/>
              </a:rPr>
              <a:t>Verify and document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873752"/>
            <a:ext cx="4251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9717A"/>
                </a:solidFill>
                <a:latin typeface="Aptos"/>
              </a:rPr>
              <a:t>Capture Eligible/Active screens and verify that the active assignment ends after expiration.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80760"/>
            <a:ext cx="10972800" cy="347472"/>
          </a:xfrm>
          <a:prstGeom prst="roundRect">
            <a:avLst/>
          </a:prstGeom>
          <a:solidFill>
            <a:srgbClr val="FFF8E6"/>
          </a:solidFill>
          <a:ln>
            <a:solidFill>
              <a:srgbClr val="EB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35624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35819"/>
                </a:solidFill>
                <a:latin typeface="Aptos"/>
              </a:rPr>
              <a:t>Current account note: PIM requires the appropriate Microsoft Entra Premium/Governance licensing in the tenant.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17A"/>
                </a:solidFill>
                <a:latin typeface="Aptos"/>
              </a:rPr>
              <a:t>Project 94 • Azure Privileged Identity Management (PIM)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E4E"/>
                </a:solidFill>
                <a:latin typeface="Aptos Display"/>
              </a:rPr>
              <a:t>Evidence — Azure Screenshots From the Work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17A"/>
                </a:solidFill>
                <a:latin typeface="Aptos"/>
              </a:rPr>
              <a:t>Actual screenshots supplied during the project setup and access verification</a:t>
            </a:r>
          </a:p>
        </p:txBody>
      </p:sp>
      <p:pic>
        <p:nvPicPr>
          <p:cNvPr id="6" name="Picture 5" descr="image(20260923-1634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40680" cy="2011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83280"/>
            <a:ext cx="5440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42E4E"/>
                </a:solidFill>
                <a:latin typeface="Aptos"/>
              </a:rPr>
              <a:t>1. Azure for Students subscription — Active</a:t>
            </a:r>
          </a:p>
        </p:txBody>
      </p:sp>
      <p:pic>
        <p:nvPicPr>
          <p:cNvPr id="8" name="Picture 7" descr="image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25880"/>
            <a:ext cx="5440680" cy="2011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6208" y="3383280"/>
            <a:ext cx="5440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42E4E"/>
                </a:solidFill>
                <a:latin typeface="Aptos"/>
              </a:rPr>
              <a:t>2. PIM Azure resources — project94-rg selected</a:t>
            </a:r>
          </a:p>
        </p:txBody>
      </p:sp>
      <p:pic>
        <p:nvPicPr>
          <p:cNvPr id="10" name="Picture 9" descr="image(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86200"/>
            <a:ext cx="5440680" cy="2011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5440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42E4E"/>
                </a:solidFill>
                <a:latin typeface="Aptos"/>
              </a:rPr>
              <a:t>3. PIM access check — Premium license required</a:t>
            </a:r>
          </a:p>
        </p:txBody>
      </p:sp>
      <p:pic>
        <p:nvPicPr>
          <p:cNvPr id="12" name="Picture 11" descr="image(20260923-164127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886200"/>
            <a:ext cx="5440680" cy="2011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6208" y="5943600"/>
            <a:ext cx="5440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42E4E"/>
                </a:solidFill>
                <a:latin typeface="Aptos"/>
              </a:rPr>
              <a:t>4. Entra Licenses — access/license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17A"/>
                </a:solidFill>
                <a:latin typeface="Aptos"/>
              </a:rPr>
              <a:t>Project 94 • Azure Privileged Identity Management (PIM)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E4E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17A"/>
                </a:solidFill>
                <a:latin typeface="Aptos"/>
              </a:rPr>
              <a:t>Project outcome, security value, and current implementation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12080" cy="4251960"/>
          </a:xfrm>
          <a:prstGeom prst="roundRect">
            <a:avLst/>
          </a:prstGeom>
          <a:solidFill>
            <a:srgbClr val="E8F3FC"/>
          </a:solidFill>
          <a:ln>
            <a:solidFill>
              <a:srgbClr val="C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E4E"/>
                </a:solidFill>
                <a:latin typeface="Aptos"/>
              </a:rPr>
              <a:t>What Project 94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470916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Privileged access should be granted only when required.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PIM changes the model from permanent access to eligible, time-bound access.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The user activates Contributor for a limited duration.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When the activation expires, the temporary privileged access is removed.</a:t>
            </a:r>
          </a:p>
          <a:p>
            <a:pPr>
              <a:spcAft>
                <a:spcPts val="700"/>
              </a:spcAft>
              <a:defRPr sz="1300">
                <a:solidFill>
                  <a:srgbClr val="262B30"/>
                </a:solidFill>
                <a:latin typeface="Aptos"/>
              </a:defRPr>
            </a:pPr>
            <a:r>
              <a:t>• The process supports controlled and auditable privileged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03520" cy="4251960"/>
          </a:xfrm>
          <a:prstGeom prst="roundRect">
            <a:avLst/>
          </a:prstGeom>
          <a:solidFill>
            <a:srgbClr val="F2F4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E4E"/>
                </a:solidFill>
                <a:latin typeface="Aptos"/>
              </a:rPr>
              <a:t>Current project status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2331720"/>
            <a:ext cx="347472" cy="34747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304288"/>
            <a:ext cx="4251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62B30"/>
                </a:solidFill>
                <a:latin typeface="Aptos"/>
              </a:rPr>
              <a:t>Azure for Students subscription</a:t>
            </a:r>
          </a:p>
          <a:p>
            <a:pPr>
              <a:defRPr sz="950">
                <a:solidFill>
                  <a:srgbClr val="69717A"/>
                </a:solidFill>
                <a:latin typeface="Aptos"/>
              </a:defRPr>
            </a:pPr>
            <a:r>
              <a:t>Configured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3017520"/>
            <a:ext cx="347472" cy="34747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990088"/>
            <a:ext cx="4251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62B30"/>
                </a:solidFill>
                <a:latin typeface="Aptos"/>
              </a:rPr>
              <a:t>project94-rg resource group</a:t>
            </a:r>
          </a:p>
          <a:p>
            <a:pPr>
              <a:defRPr sz="950">
                <a:solidFill>
                  <a:srgbClr val="69717A"/>
                </a:solidFill>
                <a:latin typeface="Aptos"/>
              </a:defRPr>
            </a:pPr>
            <a:r>
              <a:t>Created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703320"/>
            <a:ext cx="347472" cy="347472"/>
          </a:xfrm>
          <a:prstGeom prst="ellipse">
            <a:avLst/>
          </a:prstGeom>
          <a:solidFill>
            <a:srgbClr val="27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675887"/>
            <a:ext cx="4251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62B30"/>
                </a:solidFill>
                <a:latin typeface="Aptos"/>
              </a:rPr>
              <a:t>PIM resource scope</a:t>
            </a:r>
          </a:p>
          <a:p>
            <a:pPr>
              <a:defRPr sz="950">
                <a:solidFill>
                  <a:srgbClr val="69717A"/>
                </a:solidFill>
                <a:latin typeface="Aptos"/>
              </a:defRPr>
            </a:pPr>
            <a:r>
              <a:t>Located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4389120"/>
            <a:ext cx="347472" cy="347472"/>
          </a:xfrm>
          <a:prstGeom prst="ellipse">
            <a:avLst/>
          </a:prstGeom>
          <a:solidFill>
            <a:srgbClr val="CD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361688"/>
            <a:ext cx="4251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262B30"/>
                </a:solidFill>
                <a:latin typeface="Aptos"/>
              </a:rPr>
              <a:t>PIM role activation</a:t>
            </a:r>
          </a:p>
          <a:p>
            <a:pPr>
              <a:defRPr sz="950">
                <a:solidFill>
                  <a:srgbClr val="69717A"/>
                </a:solidFill>
                <a:latin typeface="Aptos"/>
              </a:defRPr>
            </a:pPr>
            <a:r>
              <a:t>Requires Entra Premium/Governance license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806440"/>
            <a:ext cx="9921240" cy="502920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925312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2E4E"/>
                </a:solidFill>
                <a:latin typeface="Aptos Display"/>
              </a:rPr>
              <a:t>Final takeaway: Eligible → Activate → Temporary Access → Expire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9717A"/>
                </a:solidFill>
                <a:latin typeface="Aptos"/>
              </a:rPr>
              <a:t>Project 94 • Azure Privileged Identity Management (PIM)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